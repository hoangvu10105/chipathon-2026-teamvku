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SSCS Chipathon 2026 — Track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SFE Audio Frontend</a:t>
            </a:r>
            <a:br/>
            <a:r>
              <a:t>Spiking Frequency Encoder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Calibri"/>
              </a:defRPr>
            </a:pPr>
            <a:r>
              <a:t>32-Channel Neuromorphic Frequency Encoder on GF180MCU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55"/>
                </a:solidFill>
                <a:latin typeface="Calibri"/>
              </a:defRPr>
            </a:pPr>
            <a:r>
              <a:t>TeamVKU  ·  Hoang Vu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The SFE (Spiking Frequency Encoder) is a bio-inspired neural encoding block that converts parallel input data into sparse spike-event streams. Each of the 32 channels acts as an adaptive integrate-and-fire neuron with configurable threshold, leakage, and refractory period. Events are encoded in the industry-standard AER (Address Event Representation) protocol, enabling direct integration with neuromorphic processors.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237744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32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55"/>
                </a:solidFill>
                <a:latin typeface="Calibri"/>
              </a:defRPr>
            </a:pPr>
            <a:r>
              <a:t>16-bit frequency-encoded</a:t>
            </a:r>
            <a:br/>
            <a:r>
              <a:t>filterbank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3108960"/>
            <a:ext cx="237744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3246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Adaptive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611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55"/>
                </a:solidFill>
                <a:latin typeface="Calibri"/>
              </a:defRPr>
            </a:pPr>
            <a:r>
              <a:t>Self-tuning theta</a:t>
            </a:r>
            <a:br/>
            <a:r>
              <a:t>(16–1024)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108960"/>
            <a:ext cx="237744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246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AER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611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55"/>
                </a:solidFill>
                <a:latin typeface="Calibri"/>
              </a:defRPr>
            </a:pPr>
            <a:r>
              <a:t>Address Event Representation</a:t>
            </a:r>
            <a:br/>
            <a:r>
              <a:t>industry standard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3108960"/>
            <a:ext cx="237744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3246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GF180MCU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611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55"/>
                </a:solidFill>
                <a:latin typeface="Calibri"/>
              </a:defRPr>
            </a:pPr>
            <a:r>
              <a:t>180nm open-source</a:t>
            </a:r>
            <a:br/>
            <a:r>
              <a:t>GlobalFoundries PDK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B82F6"/>
                </a:solidFill>
                <a:latin typeface="Calibri"/>
              </a:defRPr>
            </a:pPr>
            <a:r>
              <a:t>Audio In → Filterbank → SFE Core → AER Packetizer → Bidir Pads</a:t>
            </a:r>
            <a:br/>
            <a:r>
              <a:t>   (32-ch, 16b)    (Adaptive)    (FIFO 16)      (20 pads)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Block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0" y="1645920"/>
            <a:ext cx="548640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sfe_audio_frontend_top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560320"/>
            <a:ext cx="3840480" cy="548640"/>
          </a:xfrm>
          <a:prstGeom prst="roundRect">
            <a:avLst/>
          </a:prstGeom>
          <a:solidFill>
            <a:srgbClr val="22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sfe_encoder_bank (×32 channels)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560320"/>
            <a:ext cx="3840480" cy="548640"/>
          </a:xfrm>
          <a:prstGeom prst="roundRect">
            <a:avLst/>
          </a:prstGeom>
          <a:solidFill>
            <a:srgbClr val="22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sfe_event_packetizer</a:t>
            </a:r>
          </a:p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AER · FIFO · 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474720"/>
            <a:ext cx="1828800" cy="548640"/>
          </a:xfrm>
          <a:prstGeom prst="round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sfe_fanout_buffer</a:t>
            </a:r>
          </a:p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(max fanout ≤ 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3474720"/>
            <a:ext cx="2286000" cy="548640"/>
          </a:xfrm>
          <a:prstGeom prst="round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sfe_channel (×32)</a:t>
            </a:r>
          </a:p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Integrate-Fire Neuron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389120"/>
            <a:ext cx="5486400" cy="548640"/>
          </a:xfrm>
          <a:prstGeom prst="round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chip_core</a:t>
            </a:r>
          </a:p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Pad Adapter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5303520"/>
            <a:ext cx="5486400" cy="548640"/>
          </a:xfrm>
          <a:prstGeom prst="round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Workshop Padring</a:t>
            </a:r>
          </a:p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60×Analog · 20×Bidir · PWR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Technical Specifications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onsolas"/>
              </a:defRPr>
            </a:pPr>
            <a:r>
              <a:t>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645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GF180MCU (180nm)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onsolas"/>
              </a:defRPr>
            </a:pPr>
            <a:r>
              <a:t>Die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02996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2935 × 2935 µm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1401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onsolas"/>
              </a:defRPr>
            </a:pPr>
            <a:r>
              <a:t>Core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41401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2051 × 2051 µm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onsolas"/>
              </a:defRPr>
            </a:pPr>
            <a:r>
              <a:t>Channels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79806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32 frequency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821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onsolas"/>
              </a:defRPr>
            </a:pPr>
            <a:r>
              <a:t>Data Width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18211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16-bit per channel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onsolas"/>
              </a:defRPr>
            </a:pPr>
            <a:r>
              <a:t>Threshold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16 – 1024 (adaptive)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502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onsolas"/>
              </a:defRPr>
            </a:pPr>
            <a:r>
              <a:t>Timestamp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9502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32-bit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3425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onsolas"/>
              </a:defRPr>
            </a:pPr>
            <a:r>
              <a:t>FIFO 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33425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16 entries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1830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onsolas"/>
              </a:defRPr>
            </a:pPr>
            <a:r>
              <a:t>Output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71830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AER (Address Event Representation)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023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onsolas"/>
              </a:defRPr>
            </a:pPr>
            <a:r>
              <a:t>Padring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10235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60 × Analog + 20 × Bidir + 4×DVDD + 4×DVSS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onsolas"/>
              </a:defRPr>
            </a:pPr>
            <a:r>
              <a:t>Clock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4864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25 MHz (CLOCK_PERIOD = 40ns)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704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onsolas"/>
              </a:defRPr>
            </a:pPr>
            <a: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8704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LibreLane 3.0 + OpenROAD + Yosys + Magic/KLayout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Build Results — LibreLane 3.0 Signoff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108960" cy="18288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A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Lint Errors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108960" cy="18288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A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Timing Violations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108960" cy="18288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~130K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Instances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3108960" cy="18288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7.8M µm²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Design Area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931920"/>
            <a:ext cx="3108960" cy="18288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06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  <a:latin typeface="Calibri"/>
              </a:defRPr>
            </a:pPr>
            <a:r>
              <a:t>0.018 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Total Power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931920"/>
            <a:ext cx="3108960" cy="18288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206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40 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Clock 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9E0B"/>
                </a:solidFill>
                <a:latin typeface="Calibri"/>
              </a:defRPr>
            </a:pPr>
            <a:r>
              <a:t>⚠ Known issues: 2470 max_slew violations at SS corner (125°C, 4.5V) — fix in progress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Chipathon 2026 — Key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719072"/>
            <a:ext cx="228600" cy="2286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onsolas"/>
              </a:defRPr>
            </a:pPr>
            <a:r>
              <a:t>Jun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645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Analog Design Ideas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13432"/>
            <a:ext cx="228600" cy="228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onsolas"/>
              </a:defRPr>
            </a:pPr>
            <a:r>
              <a:t>Jul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402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Schematic Review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907792"/>
            <a:ext cx="228600" cy="228600"/>
          </a:xfrm>
          <a:prstGeom prst="ellipse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4455"/>
                </a:solidFill>
                <a:latin typeface="Consolas"/>
              </a:defRPr>
            </a:pPr>
            <a:r>
              <a:t>Jul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8346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Simulation Review (blocks)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502152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Jul 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429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Simulation Review (top) + Go/No-go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096512"/>
            <a:ext cx="228600" cy="228600"/>
          </a:xfrm>
          <a:prstGeom prst="ellipse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4455"/>
                </a:solidFill>
                <a:latin typeface="Consolas"/>
              </a:defRPr>
            </a:pPr>
            <a:r>
              <a:t>Jul 24–Aug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0233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Layout Tutorials + DRC Dry-run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690872"/>
            <a:ext cx="228600" cy="228600"/>
          </a:xfrm>
          <a:prstGeom prst="ellipse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4455"/>
                </a:solidFill>
                <a:latin typeface="Consolas"/>
              </a:defRPr>
            </a:pPr>
            <a:r>
              <a:t>Aug 14–21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617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Layout Reviews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285232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Aug 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212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Verification + Final Chip Review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879592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TBD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806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Final GDS Submission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74320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Calibri"/>
              </a:defRPr>
            </a:pPr>
            <a:r>
              <a:t>TeamVKU — SSCS Chipathon 2026 — Track A</a:t>
            </a:r>
            <a:br/>
            <a:r>
              <a:t>SFE Audio Frontend: 32-Channel Spiking Frequency Encoder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B82F6"/>
                </a:solidFill>
                <a:latin typeface="Calibri"/>
              </a:defRPr>
            </a:pPr>
            <a:r>
              <a:t>github.com/hoangvu10105/chipathon-2026-teamvku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55"/>
                </a:solidFill>
                <a:latin typeface="Calibri"/>
              </a:defRPr>
            </a:pPr>
            <a:r>
              <a:t>Discord: SSCS Chipathon → #2026-track-a-foundational-building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